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4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9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34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4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67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19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57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020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22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57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6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78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803A67-4408-4DF3-8820-71C54098F4B4}" type="datetimeFigureOut">
              <a:rPr lang="en-US" smtClean="0"/>
              <a:t>3/1/2020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B1D8D-574B-45BE-BEE7-736C5D4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477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4A02E05-690E-4A2D-A357-6F5253914380}"/>
              </a:ext>
            </a:extLst>
          </p:cNvPr>
          <p:cNvSpPr/>
          <p:nvPr/>
        </p:nvSpPr>
        <p:spPr>
          <a:xfrm>
            <a:off x="1809712" y="1036467"/>
            <a:ext cx="5310179" cy="3524435"/>
          </a:xfrm>
          <a:prstGeom prst="ellipse">
            <a:avLst/>
          </a:prstGeom>
          <a:noFill/>
          <a:ln w="254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5B8F99-E0EF-4F7F-A5EE-655243E2443E}"/>
              </a:ext>
            </a:extLst>
          </p:cNvPr>
          <p:cNvSpPr/>
          <p:nvPr/>
        </p:nvSpPr>
        <p:spPr>
          <a:xfrm>
            <a:off x="820519" y="2789806"/>
            <a:ext cx="7359588" cy="2574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B621FAB-86B9-4560-BDDF-6BA0B1CB9926}"/>
              </a:ext>
            </a:extLst>
          </p:cNvPr>
          <p:cNvSpPr/>
          <p:nvPr/>
        </p:nvSpPr>
        <p:spPr>
          <a:xfrm>
            <a:off x="5307515" y="1838564"/>
            <a:ext cx="1920240" cy="1920240"/>
          </a:xfrm>
          <a:prstGeom prst="ellipse">
            <a:avLst/>
          </a:prstGeom>
          <a:solidFill>
            <a:schemeClr val="tx1">
              <a:alpha val="3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AB6C8E2A-2FD2-4654-9D2D-9385447230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>
          <a:xfrm>
            <a:off x="6305390" y="2798684"/>
            <a:ext cx="835224" cy="2950719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B89B08A-304A-43E4-9D82-4042783E3D33}"/>
              </a:ext>
            </a:extLst>
          </p:cNvPr>
          <p:cNvSpPr/>
          <p:nvPr/>
        </p:nvSpPr>
        <p:spPr>
          <a:xfrm>
            <a:off x="5581835" y="2112885"/>
            <a:ext cx="1371600" cy="137160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B487953-ACBC-42C3-848D-1490E20844CE}"/>
              </a:ext>
            </a:extLst>
          </p:cNvPr>
          <p:cNvSpPr/>
          <p:nvPr/>
        </p:nvSpPr>
        <p:spPr>
          <a:xfrm>
            <a:off x="1809712" y="742949"/>
            <a:ext cx="6197946" cy="4111469"/>
          </a:xfrm>
          <a:prstGeom prst="ellipse">
            <a:avLst/>
          </a:prstGeom>
          <a:noFill/>
          <a:ln w="222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A602C7B-C5F5-4E33-AADC-197E02290E3D}"/>
              </a:ext>
            </a:extLst>
          </p:cNvPr>
          <p:cNvSpPr/>
          <p:nvPr/>
        </p:nvSpPr>
        <p:spPr>
          <a:xfrm>
            <a:off x="7013816" y="3302493"/>
            <a:ext cx="109728" cy="109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DF6C62-F7EF-41DB-BFF4-AC6C2E8055C1}"/>
              </a:ext>
            </a:extLst>
          </p:cNvPr>
          <p:cNvSpPr/>
          <p:nvPr/>
        </p:nvSpPr>
        <p:spPr>
          <a:xfrm>
            <a:off x="6793354" y="1973837"/>
            <a:ext cx="109728" cy="109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013BEEE-6F25-4C53-97E5-C2F52B95FE8B}"/>
              </a:ext>
            </a:extLst>
          </p:cNvPr>
          <p:cNvSpPr/>
          <p:nvPr/>
        </p:nvSpPr>
        <p:spPr>
          <a:xfrm>
            <a:off x="1762355" y="2752963"/>
            <a:ext cx="109728" cy="109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BAC6C-1B80-40B8-9030-0AEDDABED00F}"/>
              </a:ext>
            </a:extLst>
          </p:cNvPr>
          <p:cNvSpPr/>
          <p:nvPr/>
        </p:nvSpPr>
        <p:spPr>
          <a:xfrm rot="10800000">
            <a:off x="6258225" y="5685395"/>
            <a:ext cx="109728" cy="109728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E82137-AA25-4216-98FE-9D506A07E37B}"/>
              </a:ext>
            </a:extLst>
          </p:cNvPr>
          <p:cNvSpPr txBox="1"/>
          <p:nvPr/>
        </p:nvSpPr>
        <p:spPr>
          <a:xfrm>
            <a:off x="6331110" y="5595514"/>
            <a:ext cx="51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76D772-538D-46C0-ABE4-F28EA63B9DF3}"/>
              </a:ext>
            </a:extLst>
          </p:cNvPr>
          <p:cNvSpPr txBox="1"/>
          <p:nvPr/>
        </p:nvSpPr>
        <p:spPr>
          <a:xfrm>
            <a:off x="7114281" y="3194324"/>
            <a:ext cx="51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endParaRPr 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72FBE7-50B0-47B6-9211-EE44AB01F181}"/>
              </a:ext>
            </a:extLst>
          </p:cNvPr>
          <p:cNvSpPr txBox="1"/>
          <p:nvPr/>
        </p:nvSpPr>
        <p:spPr>
          <a:xfrm>
            <a:off x="6884794" y="1708452"/>
            <a:ext cx="51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D23897-148C-4DD7-BCEA-A0A39709A7DD}"/>
              </a:ext>
            </a:extLst>
          </p:cNvPr>
          <p:cNvSpPr txBox="1"/>
          <p:nvPr/>
        </p:nvSpPr>
        <p:spPr>
          <a:xfrm>
            <a:off x="1891244" y="2644794"/>
            <a:ext cx="51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4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8428CB-9204-4D53-8319-271660D274A8}"/>
              </a:ext>
            </a:extLst>
          </p:cNvPr>
          <p:cNvSpPr txBox="1"/>
          <p:nvPr/>
        </p:nvSpPr>
        <p:spPr>
          <a:xfrm>
            <a:off x="1818189" y="5033859"/>
            <a:ext cx="382760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1 – Hyperbolic Approach Trajectory</a:t>
            </a:r>
          </a:p>
          <a:p>
            <a:r>
              <a:rPr lang="en-US" sz="2000" dirty="0"/>
              <a:t>2 – Atmosphere Entry</a:t>
            </a:r>
          </a:p>
          <a:p>
            <a:r>
              <a:rPr lang="en-US" sz="2000" dirty="0"/>
              <a:t>3 – Atmosphere Exit</a:t>
            </a:r>
          </a:p>
          <a:p>
            <a:r>
              <a:rPr lang="en-US" sz="2000" dirty="0"/>
              <a:t>4 – Periapsis Raise Maneuver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9B7C05-ACB1-4CC3-862B-CC5AF448B1D2}"/>
              </a:ext>
            </a:extLst>
          </p:cNvPr>
          <p:cNvSpPr txBox="1"/>
          <p:nvPr/>
        </p:nvSpPr>
        <p:spPr>
          <a:xfrm>
            <a:off x="5155120" y="2554854"/>
            <a:ext cx="2225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Planet</a:t>
            </a:r>
          </a:p>
        </p:txBody>
      </p:sp>
    </p:spTree>
    <p:extLst>
      <p:ext uri="{BB962C8B-B14F-4D97-AF65-F5344CB8AC3E}">
        <p14:creationId xmlns:p14="http://schemas.microsoft.com/office/powerpoint/2010/main" val="1444495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B9F222EB-19CB-4687-855B-B0F9715BF93B}"/>
              </a:ext>
            </a:extLst>
          </p:cNvPr>
          <p:cNvSpPr/>
          <p:nvPr/>
        </p:nvSpPr>
        <p:spPr>
          <a:xfrm>
            <a:off x="-2286000" y="3328156"/>
            <a:ext cx="13716000" cy="13716000"/>
          </a:xfrm>
          <a:prstGeom prst="ellipse">
            <a:avLst/>
          </a:prstGeom>
          <a:noFill/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EB896C5-9FCE-47E7-90FC-06143CFB811F}"/>
              </a:ext>
            </a:extLst>
          </p:cNvPr>
          <p:cNvSpPr/>
          <p:nvPr/>
        </p:nvSpPr>
        <p:spPr>
          <a:xfrm rot="19620000">
            <a:off x="-3458318" y="3273936"/>
            <a:ext cx="12801600" cy="1494059"/>
          </a:xfrm>
          <a:custGeom>
            <a:avLst/>
            <a:gdLst>
              <a:gd name="connsiteX0" fmla="*/ 0 w 10719303"/>
              <a:gd name="connsiteY0" fmla="*/ 1494058 h 1494058"/>
              <a:gd name="connsiteX1" fmla="*/ 5033727 w 10719303"/>
              <a:gd name="connsiteY1" fmla="*/ 236 h 1494058"/>
              <a:gd name="connsiteX2" fmla="*/ 10719303 w 10719303"/>
              <a:gd name="connsiteY2" fmla="*/ 1403523 h 1494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19303" h="1494058">
                <a:moveTo>
                  <a:pt x="0" y="1494058"/>
                </a:moveTo>
                <a:cubicBezTo>
                  <a:pt x="1623588" y="754691"/>
                  <a:pt x="3247177" y="15325"/>
                  <a:pt x="5033727" y="236"/>
                </a:cubicBezTo>
                <a:cubicBezTo>
                  <a:pt x="6820277" y="-14853"/>
                  <a:pt x="8769790" y="694335"/>
                  <a:pt x="10719303" y="1403523"/>
                </a:cubicBezTo>
              </a:path>
            </a:pathLst>
          </a:cu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B3CF4AD-175F-4985-AF3A-6CF7C29087A8}"/>
              </a:ext>
            </a:extLst>
          </p:cNvPr>
          <p:cNvSpPr/>
          <p:nvPr/>
        </p:nvSpPr>
        <p:spPr>
          <a:xfrm rot="21600000">
            <a:off x="1646249" y="1015822"/>
            <a:ext cx="7179398" cy="4416553"/>
          </a:xfrm>
          <a:custGeom>
            <a:avLst/>
            <a:gdLst>
              <a:gd name="connsiteX0" fmla="*/ 7179398 w 7179398"/>
              <a:gd name="connsiteY0" fmla="*/ 0 h 4372824"/>
              <a:gd name="connsiteX1" fmla="*/ 1267485 w 7179398"/>
              <a:gd name="connsiteY1" fmla="*/ 2154725 h 4372824"/>
              <a:gd name="connsiteX2" fmla="*/ 0 w 7179398"/>
              <a:gd name="connsiteY2" fmla="*/ 4372824 h 437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179398" h="4372824">
                <a:moveTo>
                  <a:pt x="7179398" y="0"/>
                </a:moveTo>
                <a:cubicBezTo>
                  <a:pt x="4821724" y="712960"/>
                  <a:pt x="2464051" y="1425921"/>
                  <a:pt x="1267485" y="2154725"/>
                </a:cubicBezTo>
                <a:cubicBezTo>
                  <a:pt x="70919" y="2883529"/>
                  <a:pt x="35459" y="3628176"/>
                  <a:pt x="0" y="4372824"/>
                </a:cubicBezTo>
              </a:path>
            </a:pathLst>
          </a:custGeom>
          <a:noFill/>
          <a:ln w="254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C7D5511-B7D3-4CC7-87FC-D3D0B750FE59}"/>
              </a:ext>
            </a:extLst>
          </p:cNvPr>
          <p:cNvSpPr/>
          <p:nvPr/>
        </p:nvSpPr>
        <p:spPr>
          <a:xfrm>
            <a:off x="-1306286" y="4307870"/>
            <a:ext cx="11756571" cy="11756571"/>
          </a:xfrm>
          <a:prstGeom prst="ellipse">
            <a:avLst/>
          </a:prstGeom>
          <a:solidFill>
            <a:schemeClr val="bg2"/>
          </a:solidFill>
          <a:ln w="19050">
            <a:prstDash val="sysDot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756571"/>
                      <a:gd name="connsiteY0" fmla="*/ 5878286 h 11756571"/>
                      <a:gd name="connsiteX1" fmla="*/ 5878286 w 11756571"/>
                      <a:gd name="connsiteY1" fmla="*/ 0 h 11756571"/>
                      <a:gd name="connsiteX2" fmla="*/ 11756572 w 11756571"/>
                      <a:gd name="connsiteY2" fmla="*/ 5878286 h 11756571"/>
                      <a:gd name="connsiteX3" fmla="*/ 5878286 w 11756571"/>
                      <a:gd name="connsiteY3" fmla="*/ 11756572 h 11756571"/>
                      <a:gd name="connsiteX4" fmla="*/ 0 w 11756571"/>
                      <a:gd name="connsiteY4" fmla="*/ 5878286 h 117565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756571" h="11756571" fill="none" extrusionOk="0">
                        <a:moveTo>
                          <a:pt x="0" y="5878286"/>
                        </a:moveTo>
                        <a:cubicBezTo>
                          <a:pt x="155610" y="2650258"/>
                          <a:pt x="2802760" y="-351839"/>
                          <a:pt x="5878286" y="0"/>
                        </a:cubicBezTo>
                        <a:cubicBezTo>
                          <a:pt x="8878886" y="-37654"/>
                          <a:pt x="11306519" y="3055519"/>
                          <a:pt x="11756572" y="5878286"/>
                        </a:cubicBezTo>
                        <a:cubicBezTo>
                          <a:pt x="11693713" y="8525330"/>
                          <a:pt x="9045375" y="11866914"/>
                          <a:pt x="5878286" y="11756572"/>
                        </a:cubicBezTo>
                        <a:cubicBezTo>
                          <a:pt x="3170981" y="12058429"/>
                          <a:pt x="630442" y="9276356"/>
                          <a:pt x="0" y="5878286"/>
                        </a:cubicBezTo>
                        <a:close/>
                      </a:path>
                      <a:path w="11756571" h="11756571" stroke="0" extrusionOk="0">
                        <a:moveTo>
                          <a:pt x="0" y="5878286"/>
                        </a:moveTo>
                        <a:cubicBezTo>
                          <a:pt x="-464560" y="2345247"/>
                          <a:pt x="2582489" y="18506"/>
                          <a:pt x="5878286" y="0"/>
                        </a:cubicBezTo>
                        <a:cubicBezTo>
                          <a:pt x="9451626" y="68810"/>
                          <a:pt x="11480757" y="2640568"/>
                          <a:pt x="11756572" y="5878286"/>
                        </a:cubicBezTo>
                        <a:cubicBezTo>
                          <a:pt x="11312599" y="9558337"/>
                          <a:pt x="9074126" y="12036522"/>
                          <a:pt x="5878286" y="11756572"/>
                        </a:cubicBezTo>
                        <a:cubicBezTo>
                          <a:pt x="2455754" y="11660254"/>
                          <a:pt x="319079" y="9277232"/>
                          <a:pt x="0" y="587828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7AD705D-9C4F-42C0-BEE8-9B5A8BB37A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1" t="10711" r="9470" b="26805"/>
          <a:stretch/>
        </p:blipFill>
        <p:spPr>
          <a:xfrm rot="4714884">
            <a:off x="5823203" y="1452920"/>
            <a:ext cx="871326" cy="669665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105CCB79-69FB-4001-A325-59C7611022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02" r="29551" b="15941"/>
          <a:stretch/>
        </p:blipFill>
        <p:spPr>
          <a:xfrm rot="20204351">
            <a:off x="1336963" y="4278683"/>
            <a:ext cx="419410" cy="8344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1E64702-6900-421E-B499-702568BCE05D}"/>
              </a:ext>
            </a:extLst>
          </p:cNvPr>
          <p:cNvSpPr txBox="1"/>
          <p:nvPr/>
        </p:nvSpPr>
        <p:spPr>
          <a:xfrm>
            <a:off x="2190937" y="5437552"/>
            <a:ext cx="4762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Planet</a:t>
            </a:r>
          </a:p>
        </p:txBody>
      </p:sp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AC3E99D7-A6FB-4C9B-9E13-6398F817EA7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8" r="7338" b="13980"/>
          <a:stretch/>
        </p:blipFill>
        <p:spPr>
          <a:xfrm rot="16200000">
            <a:off x="1116822" y="837241"/>
            <a:ext cx="784089" cy="79048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C102271-65DC-4F05-A2E5-DB2B72AA374A}"/>
              </a:ext>
            </a:extLst>
          </p:cNvPr>
          <p:cNvSpPr/>
          <p:nvPr/>
        </p:nvSpPr>
        <p:spPr>
          <a:xfrm>
            <a:off x="7537562" y="755579"/>
            <a:ext cx="1606438" cy="8855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5159E2A0-9820-4C68-9B72-027AC91CD4C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31" y="2151720"/>
            <a:ext cx="660903" cy="149841"/>
          </a:xfrm>
          <a:prstGeom prst="rect">
            <a:avLst/>
          </a:prstGeom>
        </p:spPr>
      </p:pic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AC5505E1-8186-4115-9511-A7BCF4C88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30" y="2364556"/>
            <a:ext cx="660903" cy="149841"/>
          </a:xfrm>
          <a:prstGeom prst="rect">
            <a:avLst/>
          </a:prstGeom>
        </p:spPr>
      </p:pic>
      <p:pic>
        <p:nvPicPr>
          <p:cNvPr id="26" name="Picture 25" descr="A close up of a logo&#10;&#10;Description automatically generated">
            <a:extLst>
              <a:ext uri="{FF2B5EF4-FFF2-40B4-BE49-F238E27FC236}">
                <a16:creationId xmlns:a16="http://schemas.microsoft.com/office/drawing/2014/main" id="{24360897-489E-4E9F-9796-08D9B386157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30" y="2592485"/>
            <a:ext cx="660903" cy="149841"/>
          </a:xfrm>
          <a:prstGeom prst="rect">
            <a:avLst/>
          </a:prstGeom>
        </p:spPr>
      </p:pic>
      <p:pic>
        <p:nvPicPr>
          <p:cNvPr id="27" name="Picture 26" descr="A close up of a logo&#10;&#10;Description automatically generated">
            <a:extLst>
              <a:ext uri="{FF2B5EF4-FFF2-40B4-BE49-F238E27FC236}">
                <a16:creationId xmlns:a16="http://schemas.microsoft.com/office/drawing/2014/main" id="{3BEED3C4-3506-474D-AB19-5869560618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29" y="2835901"/>
            <a:ext cx="660903" cy="149841"/>
          </a:xfrm>
          <a:prstGeom prst="rect">
            <a:avLst/>
          </a:prstGeom>
        </p:spPr>
      </p:pic>
      <p:pic>
        <p:nvPicPr>
          <p:cNvPr id="31" name="Picture 30" descr="A close up of a logo&#10;&#10;Description automatically generated">
            <a:extLst>
              <a:ext uri="{FF2B5EF4-FFF2-40B4-BE49-F238E27FC236}">
                <a16:creationId xmlns:a16="http://schemas.microsoft.com/office/drawing/2014/main" id="{5E5B50E3-EADB-4D60-819D-CC62653BC3F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29" y="3073613"/>
            <a:ext cx="660903" cy="149841"/>
          </a:xfrm>
          <a:prstGeom prst="rect">
            <a:avLst/>
          </a:prstGeom>
        </p:spPr>
      </p:pic>
      <p:pic>
        <p:nvPicPr>
          <p:cNvPr id="32" name="Picture 31" descr="A close up of a logo&#10;&#10;Description automatically generated">
            <a:extLst>
              <a:ext uri="{FF2B5EF4-FFF2-40B4-BE49-F238E27FC236}">
                <a16:creationId xmlns:a16="http://schemas.microsoft.com/office/drawing/2014/main" id="{10AB3A51-810B-4113-B22F-84D2B0B2C0D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28" y="3304555"/>
            <a:ext cx="660903" cy="149841"/>
          </a:xfrm>
          <a:prstGeom prst="rect">
            <a:avLst/>
          </a:prstGeom>
        </p:spPr>
      </p:pic>
      <p:pic>
        <p:nvPicPr>
          <p:cNvPr id="33" name="Picture 32" descr="A close up of a logo&#10;&#10;Description automatically generated">
            <a:extLst>
              <a:ext uri="{FF2B5EF4-FFF2-40B4-BE49-F238E27FC236}">
                <a16:creationId xmlns:a16="http://schemas.microsoft.com/office/drawing/2014/main" id="{FF8FC82A-9CEA-40EF-A290-8280B7571E1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28" y="3550590"/>
            <a:ext cx="660903" cy="149841"/>
          </a:xfrm>
          <a:prstGeom prst="rect">
            <a:avLst/>
          </a:prstGeom>
        </p:spPr>
      </p:pic>
      <p:pic>
        <p:nvPicPr>
          <p:cNvPr id="34" name="Picture 33" descr="A close up of a logo&#10;&#10;Description automatically generated">
            <a:extLst>
              <a:ext uri="{FF2B5EF4-FFF2-40B4-BE49-F238E27FC236}">
                <a16:creationId xmlns:a16="http://schemas.microsoft.com/office/drawing/2014/main" id="{90F04B9B-594B-40FC-AF09-BEC549B4EEC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26" y="3794412"/>
            <a:ext cx="660903" cy="149841"/>
          </a:xfrm>
          <a:prstGeom prst="rect">
            <a:avLst/>
          </a:prstGeom>
        </p:spPr>
      </p:pic>
      <p:pic>
        <p:nvPicPr>
          <p:cNvPr id="35" name="Picture 34" descr="A close up of a logo&#10;&#10;Description automatically generated">
            <a:extLst>
              <a:ext uri="{FF2B5EF4-FFF2-40B4-BE49-F238E27FC236}">
                <a16:creationId xmlns:a16="http://schemas.microsoft.com/office/drawing/2014/main" id="{5C0B4F93-F1A8-4E82-BD90-36CD672F68C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>
            <a:off x="1189226" y="1920778"/>
            <a:ext cx="660903" cy="149841"/>
          </a:xfrm>
          <a:prstGeom prst="rect">
            <a:avLst/>
          </a:prstGeom>
        </p:spPr>
      </p:pic>
      <p:pic>
        <p:nvPicPr>
          <p:cNvPr id="37" name="Picture 36" descr="A close up of a logo&#10;&#10;Description automatically generated">
            <a:extLst>
              <a:ext uri="{FF2B5EF4-FFF2-40B4-BE49-F238E27FC236}">
                <a16:creationId xmlns:a16="http://schemas.microsoft.com/office/drawing/2014/main" id="{F5722FA1-41A8-4B45-84F7-A33A31C7A8D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3757755" y="1483445"/>
            <a:ext cx="660903" cy="149841"/>
          </a:xfrm>
          <a:prstGeom prst="rect">
            <a:avLst/>
          </a:prstGeom>
        </p:spPr>
      </p:pic>
      <p:pic>
        <p:nvPicPr>
          <p:cNvPr id="38" name="Picture 37" descr="A close up of a logo&#10;&#10;Description automatically generated">
            <a:extLst>
              <a:ext uri="{FF2B5EF4-FFF2-40B4-BE49-F238E27FC236}">
                <a16:creationId xmlns:a16="http://schemas.microsoft.com/office/drawing/2014/main" id="{922D4511-1B59-4C04-AA0C-FD3EC800CF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3546672" y="1456185"/>
            <a:ext cx="660903" cy="149841"/>
          </a:xfrm>
          <a:prstGeom prst="rect">
            <a:avLst/>
          </a:prstGeom>
        </p:spPr>
      </p:pic>
      <p:pic>
        <p:nvPicPr>
          <p:cNvPr id="39" name="Picture 38" descr="A close up of a logo&#10;&#10;Description automatically generated">
            <a:extLst>
              <a:ext uri="{FF2B5EF4-FFF2-40B4-BE49-F238E27FC236}">
                <a16:creationId xmlns:a16="http://schemas.microsoft.com/office/drawing/2014/main" id="{FD4B1D56-1308-4F17-9D4F-8503B2FCA8D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3320620" y="1426993"/>
            <a:ext cx="660903" cy="149841"/>
          </a:xfrm>
          <a:prstGeom prst="rect">
            <a:avLst/>
          </a:prstGeom>
        </p:spPr>
      </p:pic>
      <p:pic>
        <p:nvPicPr>
          <p:cNvPr id="40" name="Picture 39" descr="A close up of a logo&#10;&#10;Description automatically generated">
            <a:extLst>
              <a:ext uri="{FF2B5EF4-FFF2-40B4-BE49-F238E27FC236}">
                <a16:creationId xmlns:a16="http://schemas.microsoft.com/office/drawing/2014/main" id="{642AA89A-19DC-4C31-9C24-CF04D7392C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3079209" y="1395816"/>
            <a:ext cx="660903" cy="149841"/>
          </a:xfrm>
          <a:prstGeom prst="rect">
            <a:avLst/>
          </a:prstGeom>
        </p:spPr>
      </p:pic>
      <p:pic>
        <p:nvPicPr>
          <p:cNvPr id="41" name="Picture 40" descr="A close up of a logo&#10;&#10;Description automatically generated">
            <a:extLst>
              <a:ext uri="{FF2B5EF4-FFF2-40B4-BE49-F238E27FC236}">
                <a16:creationId xmlns:a16="http://schemas.microsoft.com/office/drawing/2014/main" id="{60EE25CF-2D51-4BE9-B315-7F731FEEF32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2843454" y="1365371"/>
            <a:ext cx="660903" cy="149841"/>
          </a:xfrm>
          <a:prstGeom prst="rect">
            <a:avLst/>
          </a:prstGeom>
        </p:spPr>
      </p:pic>
      <p:pic>
        <p:nvPicPr>
          <p:cNvPr id="42" name="Picture 41" descr="A close up of a logo&#10;&#10;Description automatically generated">
            <a:extLst>
              <a:ext uri="{FF2B5EF4-FFF2-40B4-BE49-F238E27FC236}">
                <a16:creationId xmlns:a16="http://schemas.microsoft.com/office/drawing/2014/main" id="{33D01239-621C-4C6E-B465-22E3367F1EB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2614415" y="1335792"/>
            <a:ext cx="660903" cy="149841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B78EEA50-A65E-47CA-A04E-AE5D9457A61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2370406" y="1304280"/>
            <a:ext cx="660903" cy="149841"/>
          </a:xfrm>
          <a:prstGeom prst="rect">
            <a:avLst/>
          </a:prstGeom>
        </p:spPr>
      </p:pic>
      <p:pic>
        <p:nvPicPr>
          <p:cNvPr id="44" name="Picture 43" descr="A close up of a logo&#10;&#10;Description automatically generated">
            <a:extLst>
              <a:ext uri="{FF2B5EF4-FFF2-40B4-BE49-F238E27FC236}">
                <a16:creationId xmlns:a16="http://schemas.microsoft.com/office/drawing/2014/main" id="{BE716993-C30A-43F9-8B8D-99B32BA1A2F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2128592" y="1273051"/>
            <a:ext cx="660903" cy="149841"/>
          </a:xfrm>
          <a:prstGeom prst="rect">
            <a:avLst/>
          </a:prstGeom>
        </p:spPr>
      </p:pic>
      <p:pic>
        <p:nvPicPr>
          <p:cNvPr id="45" name="Picture 44" descr="A close up of a logo&#10;&#10;Description automatically generated">
            <a:extLst>
              <a:ext uri="{FF2B5EF4-FFF2-40B4-BE49-F238E27FC236}">
                <a16:creationId xmlns:a16="http://schemas.microsoft.com/office/drawing/2014/main" id="{594A76F9-9CCD-4154-B30A-1B765579B64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3986796" y="1513018"/>
            <a:ext cx="660903" cy="149841"/>
          </a:xfrm>
          <a:prstGeom prst="rect">
            <a:avLst/>
          </a:prstGeom>
        </p:spPr>
      </p:pic>
      <p:pic>
        <p:nvPicPr>
          <p:cNvPr id="47" name="Picture 46" descr="A close up of a logo&#10;&#10;Description automatically generated">
            <a:extLst>
              <a:ext uri="{FF2B5EF4-FFF2-40B4-BE49-F238E27FC236}">
                <a16:creationId xmlns:a16="http://schemas.microsoft.com/office/drawing/2014/main" id="{355AE9D9-BB56-46C8-B2EB-54894B65C43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4668490" y="1612568"/>
            <a:ext cx="660903" cy="149841"/>
          </a:xfrm>
          <a:prstGeom prst="rect">
            <a:avLst/>
          </a:prstGeom>
        </p:spPr>
      </p:pic>
      <p:pic>
        <p:nvPicPr>
          <p:cNvPr id="48" name="Picture 47" descr="A close up of a logo&#10;&#10;Description automatically generated">
            <a:extLst>
              <a:ext uri="{FF2B5EF4-FFF2-40B4-BE49-F238E27FC236}">
                <a16:creationId xmlns:a16="http://schemas.microsoft.com/office/drawing/2014/main" id="{A5DFEE27-DF77-4BE1-95A7-8A18BEC1749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4457407" y="1585308"/>
            <a:ext cx="660903" cy="149841"/>
          </a:xfrm>
          <a:prstGeom prst="rect">
            <a:avLst/>
          </a:prstGeom>
        </p:spPr>
      </p:pic>
      <p:pic>
        <p:nvPicPr>
          <p:cNvPr id="49" name="Picture 48" descr="A close up of a logo&#10;&#10;Description automatically generated">
            <a:extLst>
              <a:ext uri="{FF2B5EF4-FFF2-40B4-BE49-F238E27FC236}">
                <a16:creationId xmlns:a16="http://schemas.microsoft.com/office/drawing/2014/main" id="{5761913F-438D-432F-ACAD-6C4A23826DF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4231355" y="1556116"/>
            <a:ext cx="660903" cy="149841"/>
          </a:xfrm>
          <a:prstGeom prst="rect">
            <a:avLst/>
          </a:prstGeom>
        </p:spPr>
      </p:pic>
      <p:pic>
        <p:nvPicPr>
          <p:cNvPr id="50" name="Picture 49" descr="A close up of a logo&#10;&#10;Description automatically generated">
            <a:extLst>
              <a:ext uri="{FF2B5EF4-FFF2-40B4-BE49-F238E27FC236}">
                <a16:creationId xmlns:a16="http://schemas.microsoft.com/office/drawing/2014/main" id="{498167E9-B92C-4C66-9854-AC2B3C81075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4" t="33200" r="21336" b="53653"/>
          <a:stretch/>
        </p:blipFill>
        <p:spPr>
          <a:xfrm rot="5841506">
            <a:off x="4897531" y="1642141"/>
            <a:ext cx="660903" cy="14984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AC4EB967-EA9E-4B2C-8C5B-79AF8395BC83}"/>
              </a:ext>
            </a:extLst>
          </p:cNvPr>
          <p:cNvSpPr txBox="1"/>
          <p:nvPr/>
        </p:nvSpPr>
        <p:spPr>
          <a:xfrm>
            <a:off x="6884794" y="1708452"/>
            <a:ext cx="51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  <a:endParaRPr 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1794F6-1D8C-4BCC-B893-EFDEDFC40575}"/>
              </a:ext>
            </a:extLst>
          </p:cNvPr>
          <p:cNvSpPr txBox="1"/>
          <p:nvPr/>
        </p:nvSpPr>
        <p:spPr>
          <a:xfrm>
            <a:off x="1956209" y="4185828"/>
            <a:ext cx="51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</a:t>
            </a:r>
            <a:endParaRPr 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DEAB092-1044-4D72-AACD-5FCA91B639CB}"/>
              </a:ext>
            </a:extLst>
          </p:cNvPr>
          <p:cNvSpPr txBox="1"/>
          <p:nvPr/>
        </p:nvSpPr>
        <p:spPr>
          <a:xfrm>
            <a:off x="1904107" y="554301"/>
            <a:ext cx="51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</a:t>
            </a:r>
            <a:endParaRPr 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0B252C-AF71-4223-8509-E3BDEC780179}"/>
              </a:ext>
            </a:extLst>
          </p:cNvPr>
          <p:cNvSpPr txBox="1"/>
          <p:nvPr/>
        </p:nvSpPr>
        <p:spPr>
          <a:xfrm>
            <a:off x="6943797" y="2491461"/>
            <a:ext cx="202194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1 – Main Vehicle</a:t>
            </a:r>
          </a:p>
          <a:p>
            <a:r>
              <a:rPr lang="en-US" sz="2000" dirty="0"/>
              <a:t>2 – Pathfinder</a:t>
            </a:r>
          </a:p>
          <a:p>
            <a:r>
              <a:rPr lang="en-US" sz="2000" dirty="0"/>
              <a:t>3 – Relay Satellite</a:t>
            </a:r>
          </a:p>
        </p:txBody>
      </p:sp>
    </p:spTree>
    <p:extLst>
      <p:ext uri="{BB962C8B-B14F-4D97-AF65-F5344CB8AC3E}">
        <p14:creationId xmlns:p14="http://schemas.microsoft.com/office/powerpoint/2010/main" val="195699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</TotalTime>
  <Words>38</Words>
  <Application>Microsoft Office PowerPoint</Application>
  <PresentationFormat>On-screen Show 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Tiger Hou</dc:creator>
  <cp:lastModifiedBy>Hou, Tiger</cp:lastModifiedBy>
  <cp:revision>12</cp:revision>
  <dcterms:created xsi:type="dcterms:W3CDTF">2020-03-01T08:48:03Z</dcterms:created>
  <dcterms:modified xsi:type="dcterms:W3CDTF">2020-03-01T18:03:45Z</dcterms:modified>
</cp:coreProperties>
</file>